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Segoe UI"/>
              </a:rPr>
              <a:t>whisper-dictate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0">
                <a:solidFill>
                  <a:srgbClr val="009BA4"/>
                </a:solidFill>
                <a:latin typeface="Segoe UI"/>
              </a:rPr>
              <a:t>Arkitekturoverblik — push-to-talk dictation, lokal Whisper, mic → tastatur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Rust desktop controller + Python ML-worker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Wayland · X11 · Windows 10/11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Faster-Whisper · Parakeet · valgfri OpenAI/Groq cloud STT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Overblik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Fra tastetryk til tekst i den fokuserede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" y="2377440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009BA4"/>
          </a:solidFill>
          <a:ln w="9525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Hotkey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47" y="3840480"/>
            <a:ext cx="2057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evdev / pynput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1147" y="2377440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009BA4"/>
          </a:solidFill>
          <a:ln w="9525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Audio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147" y="3840480"/>
            <a:ext cx="2057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arecord / sounddevice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147" y="2377440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009BA4"/>
          </a:solidFill>
          <a:ln w="9525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Preprocessing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+ VAD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147" y="3840480"/>
            <a:ext cx="2057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gate · gain · Silero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147" y="2377440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009BA4"/>
          </a:solidFill>
          <a:ln w="9525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Transcription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3147" y="3840480"/>
            <a:ext cx="2057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faster-whisper /</a:t>
            </a:r>
          </a:p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Parakeet /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9147" y="2377440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009BA4"/>
          </a:solidFill>
          <a:ln w="9525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Text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9147" y="3840480"/>
            <a:ext cx="2057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ydotool / pynput /</a:t>
            </a:r>
          </a:p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clipboard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52547.5" y="3063240.0"/>
            <a:ext cx="228600.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38547.5" y="3063240.0"/>
            <a:ext cx="228600.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24547.5" y="3063240.0"/>
            <a:ext cx="228600.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0547.5" y="3063240.0"/>
            <a:ext cx="228600.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>
                <a:solidFill>
                  <a:srgbClr val="0F1F3A"/>
                </a:solidFill>
                <a:latin typeface="Segoe UI"/>
              </a:rPr>
              <a:t>Hold hotkey · tal · slip → ~1–2 s senere står teksten ved cursoren.</a:t>
            </a:r>
          </a:p>
          <a:p>
            <a:pPr algn="l"/>
            <a:r>
              <a:rPr sz="1500" b="0">
                <a:solidFill>
                  <a:srgbClr val="0F1F3A"/>
                </a:solidFill>
                <a:latin typeface="Segoe UI"/>
              </a:rPr>
              <a:t>Alt sker lokalt: lyd og model forlader ikke maskinen (medmindre cloud-STT eksplicit slås til).</a:t>
            </a:r>
          </a:p>
          <a:p>
            <a:pPr algn="l"/>
            <a:r>
              <a:rPr sz="1500" b="0">
                <a:solidFill>
                  <a:srgbClr val="0F1F3A"/>
                </a:solidFill>
                <a:latin typeface="Segoe UI"/>
              </a:rPr>
              <a:t>App-agnostisk: målet er bare det vindue, brugeren allerede har i fokus.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Source-split: Rust +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Rust ejer controller/UI; Python ejer ML-worker hvor bibliotekerne lever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Rust  ·  src/rust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3886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CLI / dispatch — cli.rs, main.rs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Desktop-UI (egui) — ui.rs, ui/*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Runtime-supervisor — starter/stopper Python worker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Config-skema og validation — config.rs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Dictionary + smart replacements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Injection-keymaps (Wayland scancodes)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Formatting · redaction · profiles · telemetry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Cloud-API helper (OpenAI-kompatibel STT)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Model-capacity check (NVIDIA VRAM)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Packaging: Windows installer, Chocolatey, Nix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Default-hjem for ny ikke-ML-logik.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Python  ·  src/python/whisper_dictate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5120640" cy="3886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Worker-loop — runtime.py (hotkey + capture + STT)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Audio DSP — vp_audio.py (dBFS, SNR, gating)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STT-adaptere: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    – vp_transcribe.py (faster-whisper)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    – vp_parakeet.py (NVIDIA NeMo, lazy import)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    – vp_external_api.py (OpenAI/Groq fallback)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Injection-orkestrering — vp_inject.py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Post-processing — vp_postprocess.py (Ollama/cloud)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Benchmark + WER/CER — vp_benchmark.py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• Dictionary-suggestions — vp_dictionary_suggest.py</a:t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0F1F3A"/>
                </a:solidFill>
                <a:latin typeface="Segoe UI"/>
              </a:rPr>
              <a:t>Bliver hvor ML/audio-bibliotekerne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End-to-end dataflow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Én utterance, fra mikrofon til markør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1 · Hotkey-event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Wayland: evdev /dev/input/event*  ·  X11/Win: pynput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.0" y="2130552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295144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95144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2 · Audio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95144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Wayland: arecord -D pipewire  ·  X11/Win: sounddevice (PortAudio)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S16_LE mono 16 kHz · ~125 ms chunks · release-tail 200 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.0" y="3008376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172968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3 ·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72968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int16 → float32 · raw-input gate (dBFS + SNR) · gain mod -20 dBFS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Silero VAD (threshold 0.3) · SNR-diagnostik pr. utterance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.0" y="3886200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050792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0792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4 · Transcription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50792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faster-whisper large-v3-turbo (default)  ·  CUDA hvis NVIDIA, ellers CPU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Parakeet (NeMo) eller OpenAI/Groq cloud som opt-in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.0" y="4764024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928616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28616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5 · Post-stage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928616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Dictionary-replacements (Rust) · valgfri post-processor (Ollama/cloud)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Valgfri redaction før cloud · format-kommandoer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.0" y="564184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5806440"/>
            <a:ext cx="10698480" cy="7132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23774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6 · Text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806440"/>
            <a:ext cx="7863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Wayland: ydotool type + per-layout scancodes (æøå)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X11/Win: pynput type eller clipboard-paste (auto vælger sikkert)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55B6A"/>
                </a:solidFill>
                <a:latin typeface="Segoe UI"/>
              </a:rPr>
              <a:t>Pr. utterance: --json / VOICEPI_METRICS_JSONL kan logge varighed, RTF, model, sprog, dictionary-hits, injection-strategi og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Platform-laget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Samme kerne, forskellige OS-bindings for hotkey og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554480"/>
            <a:ext cx="3291840" cy="54864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Wayland (Ubuntu 24/26)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554480"/>
            <a:ext cx="3291840" cy="54864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Linux X11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554480"/>
            <a:ext cx="3291840" cy="54864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Windows 10/11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828800" cy="868680"/>
          </a:xfrm>
          <a:prstGeom prst="rect">
            <a:avLst/>
          </a:prstGeom>
          <a:solidFill>
            <a:srgbClr val="009BA4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Hotkey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10312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evdev /dev/input/event*</a:t>
            </a:r>
          </a:p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(input-group + udev)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10312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pynput (Xorg keyboard hook)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10312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pynput (Win32 hook)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1828800" cy="868680"/>
          </a:xfrm>
          <a:prstGeom prst="rect">
            <a:avLst/>
          </a:prstGeom>
          <a:solidFill>
            <a:srgbClr val="009BA4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Audio capture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arecord -D pipewire</a:t>
            </a:r>
          </a:p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(PipeWire-mixer)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97180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sounddevice (PortAudio → ALSA)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97180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sounddevice (PortAudio → WASAPI)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828800" cy="868680"/>
          </a:xfrm>
          <a:prstGeom prst="rect">
            <a:avLst/>
          </a:prstGeom>
          <a:solidFill>
            <a:srgbClr val="009BA4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Text injection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84048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ydotool/ydotoold + scancode-maps</a:t>
            </a:r>
          </a:p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Clipboard for Unicode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84048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pynput .type() eller clipboard-paste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84048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Direct type; clipboard-fallback for skrøbelige terminaler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828800" cy="868680"/>
          </a:xfrm>
          <a:prstGeom prst="rect">
            <a:avLst/>
          </a:prstGeom>
          <a:solidFill>
            <a:srgbClr val="009BA4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Layout/Unicode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70916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Per-layout scancode-map</a:t>
            </a:r>
          </a:p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(dk, no verificeret)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470916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OS leverer keysym-events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470916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Direct UTF-16 via Win32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828800" cy="868680"/>
          </a:xfrm>
          <a:prstGeom prst="rect">
            <a:avLst/>
          </a:prstGeom>
          <a:solidFill>
            <a:srgbClr val="009BA4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UI-start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57784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.desktop + autostart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557784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.desktop + manuel autostart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5577840"/>
            <a:ext cx="329184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0F1F3A"/>
                </a:solidFill>
                <a:latin typeface="Segoe UI"/>
              </a:rPr>
              <a:t>Start-menu + installer-PATH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Wayland-injection — hvorfor scancodes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ydotool 1.0.4 mangler XKB; ø/æ/å skrives som rå evdev-keycodes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27E2A"/>
          </a:solidFill>
          <a:ln w="9525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Problemet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• ydotool type på Ubuntu 26.04 er ikke linket mod libxkbcommon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→ ikke-ASCII-tegn smides stille væk.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• ydotool key kræver rå Linux input-event-koder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som &lt;code&gt;:&lt;pressed&gt;. Symbolske navne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(KEY_SEMICOLON, ctrl+shift+v) returnerer rc=0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men sender intet keyevent.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• Resultat: dansk tekst skal opdeles ved æ/ø/å.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Løsningen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057400"/>
            <a:ext cx="548640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Split af “Rødgrød med fløde.”: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R               → ydotool type -- "R"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ø               → ydotool key 40:1 40:0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dgr             → ydotool type -- "dgr"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ø               → ydotool key 40:1 40:0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d med fl        → ydotool type -- "d med fl"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ø               → ydotool key 40:1 40:0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  de.             → ydotool type -- "de."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160520"/>
            <a:ext cx="1645920" cy="41148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4160520"/>
            <a:ext cx="1828800" cy="41148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Keycode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160520"/>
            <a:ext cx="3657600" cy="41148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Linux-konstant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2286000" cy="411480"/>
          </a:xfrm>
          <a:prstGeom prst="rect">
            <a:avLst/>
          </a:prstGeom>
          <a:solidFill>
            <a:srgbClr val="0F1F3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US-position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164592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å / 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4572000"/>
            <a:ext cx="18288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572000"/>
            <a:ext cx="36576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KEY_LEFTBRACE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572000"/>
            <a:ext cx="22860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[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9834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æ / 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9834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39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983480"/>
            <a:ext cx="3657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KEY_SEMICOLON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98348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394960"/>
            <a:ext cx="164592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ø / 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5394960"/>
            <a:ext cx="18288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5394960"/>
            <a:ext cx="36576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KEY_APOSTROPHE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394960"/>
            <a:ext cx="228600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8064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Shift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5806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5806440"/>
            <a:ext cx="3657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KEY_LEFTSHIFT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580644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F1F3A"/>
                </a:solidFill>
                <a:latin typeface="Segoe UI"/>
              </a:rPr>
              <a:t>Left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55B6A"/>
                </a:solidFill>
                <a:latin typeface="Segoe UI"/>
              </a:rPr>
              <a:t>Uppercase Ø: 42:1 40:1 40:0 42:0  (shift ned → key ned → key op → shift op)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ydotoold-stakken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Hvordan et keystroke når frem til det fokuserede vindue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155448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ydotool (client)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55448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whisper-dictate kalder denne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.0" y="212140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28600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555B6A"/>
          </a:solidFill>
          <a:ln>
            <a:solidFill>
              <a:srgbClr val="55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28600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Unix-socket   ~/.ydotool_socket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kommandoer over IPC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.0" y="285292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301752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01752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ydotoold (daemon)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1752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ejer /dev/uinput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.0" y="358444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374904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4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kernel input-subsystem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4904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uinput-virtual keyboard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.0" y="431596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448056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48056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GNOME compositor (Mutter)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48056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anvender XKB dk-layout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.0" y="5047488"/>
            <a:ext cx="0.0" cy="164592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0" y="5212080"/>
            <a:ext cx="6675120" cy="566928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5212080"/>
            <a:ext cx="310896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fokuseret applikation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12080"/>
            <a:ext cx="32918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modtager tekst ved cursor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2648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55B6A"/>
                </a:solidFill>
                <a:latin typeface="Segoe UI"/>
              </a:rPr>
              <a:t>ydotoold er en systemd user-service der starter efter GNOME-sessionen (skal kunne åbne /dev/uinput som input-gruppe).</a:t>
            </a:r>
          </a:p>
          <a:p>
            <a:pPr algn="l"/>
            <a:r>
              <a:rPr sz="1200" b="0">
                <a:solidFill>
                  <a:srgbClr val="555B6A"/>
                </a:solidFill>
                <a:latin typeface="Segoe UI"/>
              </a:rPr>
              <a:t>`whisper-dictate doctor` verificerer evdev, ydotool, ydotoold, socket, input-medlemskab, WAYLAND_DISPLAY og /dev/input/event*.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STT-backends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Lokal som standard — cloud er eksplicit opt-in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267" y="164592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2267" y="1645920"/>
            <a:ext cx="3703320" cy="640080"/>
          </a:xfrm>
          <a:prstGeom prst="roundRect">
            <a:avLst>
              <a:gd name="adj" fmla="val 15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Whisper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67" y="2423160"/>
            <a:ext cx="324612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faster-whisper · large-v3-turbo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CUDA → CPU fallback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beam_size=1, temp [0.0, 0.2]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no_speech_threshold=0.45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4937760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200" b="1">
                <a:solidFill>
                  <a:srgbClr val="009BA4"/>
                </a:solidFill>
                <a:latin typeface="Segoe UI"/>
              </a:rPr>
              <a:t>VOICEPI_STT_BACKEND=whisper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4187" y="164592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44187" y="1645920"/>
            <a:ext cx="3703320" cy="640080"/>
          </a:xfrm>
          <a:prstGeom prst="roundRect">
            <a:avLst>
              <a:gd name="adj" fmla="val 15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Parakeet (opt-in)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787" y="2423160"/>
            <a:ext cx="324612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NVIDIA NeMo TDT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0.6B v3: bedst til dansk/blandet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1.1B: rent engelsk kvalitet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Lazy-import, ingen NeMo i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787" y="4937760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200" b="1">
                <a:solidFill>
                  <a:srgbClr val="F27E2A"/>
                </a:solidFill>
                <a:latin typeface="Segoe UI"/>
              </a:rPr>
              <a:t>VOICEPI_STT_BACKEND=parakeet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6107" y="1645920"/>
            <a:ext cx="3703320" cy="4114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6107" y="1645920"/>
            <a:ext cx="3703320" cy="64008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OpenAI / Groq (cloud)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707" y="2423160"/>
            <a:ext cx="324612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OpenAI-kompatibel audio API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gpt-4o-mini-transcribe / whisper-large-v3-turbo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Nøgle i OS credential-store via Rust-UI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VOICEPI_LOCAL_ONLY=1 blokerer dette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707" y="4937760"/>
            <a:ext cx="3246120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Segoe UI"/>
              </a:rPr>
              <a:t>VOICEPI_STT_BACKEND=openai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55B6A"/>
                </a:solidFill>
                <a:latin typeface="Segoe UI"/>
              </a:rPr>
              <a:t>Samme dictionary + replacement-pipeline kører efter alle backends. Post-processing (Ollama/OpenAI/Groq) er en separat valgfri tekstpass.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Config + runtime-supervision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Én config.json, Rust ejer schema, Python læser effective env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Rust egui UI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Settings · Runtime · Logs · Dictionary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config.json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%APPDATA%\WhisperDictate\config.json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~/.config/whisper-dictate/config.json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Rust supervisor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Eksporterer VOICEPI_*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Start/stop/restart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Parser worker-events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82880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Python worker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runtime.py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Hotkey · audio · STT · injection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560320.0"/>
            <a:ext cx="45720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60720" y="2560320.0"/>
            <a:ext cx="45720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2560320.0"/>
            <a:ext cx="457200" cy="0.0"/>
          </a:xfrm>
          <a:prstGeom prst="line">
            <a:avLst/>
          </a:prstGeom>
          <a:ln w="28575">
            <a:solidFill>
              <a:srgbClr val="55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3657600"/>
            <a:ext cx="2807208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2807208" cy="502920"/>
          </a:xfrm>
          <a:prstGeom prst="roundRect">
            <a:avLst>
              <a:gd name="adj" fmla="val 20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Restart-only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244144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Model · device · backend · hotkey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→ supervisor genstarter worker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657600"/>
            <a:ext cx="2807208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3657600"/>
            <a:ext cx="2807208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Live-reload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51960"/>
            <a:ext cx="244144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Dictionary, gain-trin, sprog-hint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→ worker tjekker mellem utterances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2807208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2807208" cy="502920"/>
          </a:xfrm>
          <a:prstGeom prst="roundRect">
            <a:avLst>
              <a:gd name="adj" fmla="val 2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Hemmeligheder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244144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STT- og post-keys gemmes i OS credential-store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→ aldrig i config.json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657600"/>
            <a:ext cx="2807208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657600"/>
            <a:ext cx="2807208" cy="502920"/>
          </a:xfrm>
          <a:prstGeom prst="roundRect">
            <a:avLst>
              <a:gd name="adj" fmla="val 20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Worker-events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251960"/>
            <a:ext cx="244144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VOICEPI_WORKER_EVENTS=1</a:t>
            </a:r>
          </a:p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→ [worker-event] JSON på stderr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Distribution + packaging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Én tag (v*) starter hele release.yml-pipelinen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94560" cy="1463040"/>
          </a:xfrm>
          <a:prstGeom prst="roundRect">
            <a:avLst>
              <a:gd name="adj" fmla="val 10000"/>
            </a:avLst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554480"/>
            <a:ext cx="8942832" cy="1463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45920"/>
            <a:ext cx="8595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whisper-dictate-windows-setup-&lt;ver&gt;.exe (Inno Setup)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Portable ZIP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Chocolatey-pakke (.nupkg) via public GitHub Pages-feed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Lokale winget-manifester i repo'et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Installer er usigneret (Trusted Signing blokeret for DK-individuals)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2194560" cy="1463040"/>
          </a:xfrm>
          <a:prstGeom prst="roundRect">
            <a:avLst>
              <a:gd name="adj" fmla="val 10000"/>
            </a:avLst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Linux — Ubuntu / X11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154680"/>
            <a:ext cx="8942832" cy="1463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3246120"/>
            <a:ext cx="8595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Homebrew tap (factusconsulting/tap) — anbefalet for Ubuntu Wayland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Manuel ZIP-installation for X11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scripts/linux/install-rust-ui.sh installerer Rust-UI lokalt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setup-ubuntu konfigurerer evdev, ydotool, udev, autostart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2194560" cy="14630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NixOS / Nix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754880"/>
            <a:ext cx="8942832" cy="14630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4846320"/>
            <a:ext cx="8595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Flake — `nix run github:FactusConsulting/whisper-dictate`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`nix profile install` til brugerprofil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`nixosModules.default` for services.whisperDictate-modulet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Segoe UI"/>
              </a:rPr>
              <a:t>• Modulet aktiverer ydotool + udev-regel og tilføjer brugere til input-gruppen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55B6A"/>
                </a:solidFill>
                <a:latin typeface="Segoe UI"/>
              </a:rPr>
              <a:t>CI må ikke pushe til protected main: VERSION/Cargo/nix bumps via PR, winget via separat PR. 6 required checks · squash-merge.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Designprincipper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Det kort fortalt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Lokal som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Lyd og model forlader ikke maskinen. Cloud-STT/post er eksplicit opt-in og blokerbar med VOICEPI_LOCAL_ONLY=1.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36392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3319272"/>
            <a:ext cx="502920" cy="502920"/>
          </a:xfrm>
          <a:prstGeom prst="ellipse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73552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App-agnostisk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22192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Ingen chat-logik — målet er det vindue, brugeren allerede har i fokus. Skift target = skift fokus.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718304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4901184"/>
            <a:ext cx="502920" cy="502920"/>
          </a:xfrm>
          <a:prstGeom prst="ellipse">
            <a:avLst/>
          </a:prstGeom>
          <a:solidFill>
            <a:srgbClr val="F27E2A"/>
          </a:solidFill>
          <a:ln>
            <a:solidFill>
              <a:srgbClr val="F2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55464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Rust ejer det boring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04104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Determministisk controller-logik, schema, installer, supervision. Python ejer ML-grænsefladen.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691640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Bestået suite = fungerende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80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Risici kodes som tests. Refactor-stier rettes via search-&amp;-replace, ikke skygge-implementationer.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36392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3319272"/>
            <a:ext cx="502920" cy="50292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273552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Filer ≤ 500 linjer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22192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Små moduler + små helpers gør test-rigget muligt og holder code review håndterbart.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718304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4901184"/>
            <a:ext cx="502920" cy="502920"/>
          </a:xfrm>
          <a:prstGeom prst="ellipse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855464"/>
            <a:ext cx="4663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Segoe UI"/>
              </a:rPr>
              <a:t>Doctor som single entry-point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04104"/>
            <a:ext cx="5212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`whisper-dictate doctor` verificerer alt — version, config, STT, audio, GPU, disk, Wayland-injection.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73152" tIns="36576" bIns="36576"/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Referencer i repo'et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009BA4"/>
          </a:solidFill>
          <a:ln>
            <a:solidFill>
              <a:srgbClr val="009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55B6A"/>
                </a:solidFill>
                <a:latin typeface="Segoe UI"/>
              </a:rPr>
              <a:t>Hvor man læser videre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55448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Brugerguide, install-paths, flags, env-vars, sprog-tabel.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docs/TECHNICAL.md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96596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Detaljeret dataflow, ydotool-stack, evdev-keycodes, PipeWire-routing.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docs/SOURCE_OWNERSHIP.md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37744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Rust ↔ Python opdeling og migrations-guide.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docs/CONFIGURATION.md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8892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Komplet config-reference: alle env-vars + UI-fane pr. setting.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docs/MICROPHONE.md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0040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Fortolkning af [cap]/[gate]/[stt] linjer og SNR-mål.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1188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docs/benchmark.md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61188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WER/CER-korpus og hvordan benchmarks køres.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CONTRIBUTING.md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02336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Dev container, test-procedurer, release-flow.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4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CHANGELOG.md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43484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Versionshistorik.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src/rust/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84632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egui UI, supervisor, config, dictionary, injection-keymaps.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57800"/>
            <a:ext cx="3200400" cy="36576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src/python/whisper_dictate/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257800"/>
            <a:ext cx="7955279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0F1F3A"/>
                </a:solidFill>
                <a:latin typeface="Segoe UI"/>
              </a:rPr>
              <a:t>Worker-loop, STT-adaptere, audio DSP, post-processing.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